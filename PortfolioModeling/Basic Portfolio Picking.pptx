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36B4-E0A9-4DC9-8177-14D6A47A4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DADD9-326F-4250-9BD4-E26D1BEF0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00A8F-E446-4CA0-AFE7-A77B0141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3B84E-5C57-46DE-A878-C0250555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13322-3DE7-41AE-A77D-6A4B77FD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6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94D9-CCD8-488A-A156-35856499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42CC0-41B6-416E-95DB-FA57D05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0C03-B68D-4C59-BAFF-D129DEA3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39BDF-FC6B-4980-87B9-75C96BE1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8AB94-D20E-422D-B4BB-DC711619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2A5F-91D3-4870-B2AB-85B95E10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A71A3-CEB1-463C-B386-650A1A408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1A840-2811-49B4-8DBF-4DFC4B0D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647CD-A4E8-4313-8280-AA3D6B2C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A6DDF-3525-42E6-86EA-092E229E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8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02D4-5A7A-4755-9830-FA9D0794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D8E59-1C2B-4BBB-8E12-2A82CB6C7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937F0-DE09-435E-B5AC-5AB784AC5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30AB0-A1F5-4BB7-B6B1-C10BAEEA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BB4F2-2187-44CF-AACA-D2200723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DC25F-65F1-4050-81EC-CA77E653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3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DE5F-8255-4DA4-BCB9-4E818AD6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B7292-3D0D-45F2-B05A-4ABE1909E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4EF7D-6CD0-40D8-B0BC-DF635F035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11863-2C4B-4ED0-BDC6-B39766F9F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E256C-2494-4C9E-ACDB-9F69AE1F0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24E3D-719B-4B4C-A6FE-1B9974DC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3B4E7-43C7-43F4-8C6C-2EAF7149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6D8E2-5705-44E9-B4B9-A87CF303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9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9054-B5C1-4A87-A1F0-4644988D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0EF01-9B71-4216-8FDA-8AA00123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2242A-F92D-48E6-99FA-5E51E7D6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3BC85-7988-414F-B70E-0D00126E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8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1D1E4-9B07-410B-9CBC-D24AAA19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D370F-4E52-4F44-B2DB-260BA90B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A6CB4-E44A-4853-A382-6CA71D5C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8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A901-7AF9-4450-9318-EFB0037F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8AF0-6E6F-48EF-98E5-08C383311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DABE2-E7F2-4F37-942B-90CD62071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5F9D7-F604-48A8-B45D-5661BC32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F5976-A1BB-4EF4-AF28-81787987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3D071-BA84-4826-93CD-5B47EDFC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6B57-B57A-45C9-AADD-8F1BE93B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C0017-1A33-4463-B258-94F79C878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81DDE-A72D-410C-A7B5-BBDA6235A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B5AAD-1169-476C-A2DD-FC24E9AE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913DA-F698-493E-8410-ED83F8D3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1E0CE-E25C-47BF-A30E-F567AA19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8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A548-81FF-466A-BF84-C571589A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9CCD2-F392-4DCB-824C-3EC4AE98A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847B-49A2-4A85-927E-A8A48F0C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68562-CE3C-407E-B656-C3BD4D989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55867-E4F6-4769-8893-76FA2882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3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56AA4-092E-4CC4-AA56-7F6BB8D87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C6DA6-6373-43E4-8056-62CA4EC53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32641-F325-418A-8F6E-CEF619F5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132C-F4F7-44C4-827A-0409C922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2FC7A-C42B-4966-BF4A-4DD3DF55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2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43890-E7A2-4758-8A0E-CD759076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1B5A2-8EF4-4764-BF51-2568B5E2B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7BA6-7D5B-4B95-B6AE-679ABF117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98487-E09A-42E8-A5F2-30B6098249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BA18C-86F3-4D61-9624-D03934CA3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A2E4-4E39-4858-8632-72422C6C1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DF796-8752-4246-9914-0CAEB782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1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B845-BA3E-497D-B5EB-C52B9CBF5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Portfolio Picking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7FC41-3A5E-470E-91CD-10F4F9396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4/4/2026</a:t>
            </a:r>
          </a:p>
        </p:txBody>
      </p:sp>
    </p:spTree>
    <p:extLst>
      <p:ext uri="{BB962C8B-B14F-4D97-AF65-F5344CB8AC3E}">
        <p14:creationId xmlns:p14="http://schemas.microsoft.com/office/powerpoint/2010/main" val="238636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4E5A-82F7-495F-A372-99304858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Analyze Probable Returns….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6B89-B594-4B16-BA28-D83ED0281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Average Stock Performance over the Previous 2,5,10 Years</a:t>
            </a:r>
          </a:p>
          <a:p>
            <a:r>
              <a:rPr lang="en-US" dirty="0"/>
              <a:t>Average Dividend Performance over the Previous 2,5,10 Years</a:t>
            </a:r>
          </a:p>
          <a:p>
            <a:r>
              <a:rPr lang="en-US" dirty="0"/>
              <a:t>Use your Hypothetical 10K dollars in each sector to buy 5% of your total dollar amount in different securities of your choice.</a:t>
            </a:r>
          </a:p>
          <a:p>
            <a:r>
              <a:rPr lang="en-US" dirty="0"/>
              <a:t>You will have 20 stocks and X numbers of shares… your performance should be X * avg stock increase + dividend -&gt; forecasted and compounded out 5, 10, 20 years.</a:t>
            </a:r>
          </a:p>
          <a:p>
            <a:r>
              <a:rPr lang="en-US" dirty="0"/>
              <a:t>You could build a goal seeker to pick the best stocks based on historical performance for short term, and long term gains.</a:t>
            </a:r>
          </a:p>
          <a:p>
            <a:r>
              <a:rPr lang="en-US" dirty="0"/>
              <a:t>We could use a shiny app to ask the user to model a specific scenario.</a:t>
            </a:r>
          </a:p>
        </p:txBody>
      </p:sp>
    </p:spTree>
    <p:extLst>
      <p:ext uri="{BB962C8B-B14F-4D97-AF65-F5344CB8AC3E}">
        <p14:creationId xmlns:p14="http://schemas.microsoft.com/office/powerpoint/2010/main" val="321289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9BFF-9E2D-409F-B78D-EE648D05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Remainders….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9A7C2-E5FB-4C24-8891-8A62AE6EE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REITS have to pay a specific dividend legally for the lifetime of their investment and they get specific IRS treatment.</a:t>
            </a:r>
          </a:p>
          <a:p>
            <a:r>
              <a:rPr lang="en-US" dirty="0"/>
              <a:t>The Dividends are high like 5,8,10%</a:t>
            </a:r>
          </a:p>
          <a:p>
            <a:r>
              <a:rPr lang="en-US" dirty="0"/>
              <a:t>Excess cash can be invested in a large REIT and be relatively safe and still outperform US Treasuries by 3X or 5X over a 5,10, 20 year horizon.</a:t>
            </a:r>
          </a:p>
          <a:p>
            <a:r>
              <a:rPr lang="en-US" dirty="0"/>
              <a:t>Stock Dividend reinvestments are available in partial shares to be </a:t>
            </a:r>
            <a:r>
              <a:rPr lang="en-US" dirty="0" err="1"/>
              <a:t>excercised</a:t>
            </a:r>
            <a:r>
              <a:rPr lang="en-US" dirty="0"/>
              <a:t> at the vesting point…via most trading houses.</a:t>
            </a:r>
          </a:p>
        </p:txBody>
      </p:sp>
    </p:spTree>
    <p:extLst>
      <p:ext uri="{BB962C8B-B14F-4D97-AF65-F5344CB8AC3E}">
        <p14:creationId xmlns:p14="http://schemas.microsoft.com/office/powerpoint/2010/main" val="121337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Basic Portfolio Picking</vt:lpstr>
      <vt:lpstr>How to Analyze Probable Returns….</vt:lpstr>
      <vt:lpstr>Remainders….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Portfolio Picking</dc:title>
  <dc:creator>Stritzinger, John</dc:creator>
  <cp:lastModifiedBy>Stritzinger, John</cp:lastModifiedBy>
  <cp:revision>1</cp:revision>
  <dcterms:created xsi:type="dcterms:W3CDTF">2026-04-04T16:35:35Z</dcterms:created>
  <dcterms:modified xsi:type="dcterms:W3CDTF">2026-04-04T16:36:04Z</dcterms:modified>
</cp:coreProperties>
</file>